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ZERO WASTE CONNECT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0F0"/>
                </a:solidFill>
              </a:defRPr>
            </a:pPr>
            <a:r>
              <a:t>Transforming Food Surplus into Social Impact in Real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615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B98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0F0"/>
                </a:solidFill>
              </a:defRPr>
            </a:pPr>
            <a:r>
              <a:t>33% of food is wasted while vulnerable communities face food insecurity.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615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B98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0F0"/>
                </a:solidFill>
              </a:defRPr>
            </a:pPr>
            <a:r>
              <a:t>A live georeferenced platform connecting food donors and social organizations.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615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B98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0F0"/>
                </a:solidFill>
              </a:defRPr>
            </a:pPr>
            <a:r>
              <a:t>Donate → Map → Reserve → Pickup →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615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B98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INNOVATIONS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0F0"/>
                </a:solidFill>
              </a:defRPr>
            </a:pPr>
            <a:r>
              <a:t>Real-time geolocation • Hybrid architecture • Multilingual • Modern UX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615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B98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0F0"/>
                </a:solidFill>
              </a:defRPr>
            </a:pPr>
            <a:r>
              <a:t>React • Vite • TypeScript • Tailwind • Leaflet • Supabase • PostgreSQL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615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B98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0F0"/>
                </a:solidFill>
              </a:defRPr>
            </a:pPr>
            <a:r>
              <a:t>Frontend → State Engine → LocalStorage / Supabase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615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B98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SUSTAINABLE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0F0"/>
                </a:solidFill>
              </a:defRPr>
            </a:pPr>
            <a:r>
              <a:t>SDG 2 Zero Hunger • SDG 12 Responsible Consumption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615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B98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0F0"/>
                </a:solidFill>
              </a:defRPr>
            </a:pPr>
            <a:r>
              <a:t>AI Prediction • Eco Badges • IoT Monitoring • National Expansion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615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0F0"/>
                </a:solidFill>
              </a:defRPr>
            </a:pPr>
            <a:r>
              <a:t>Edgar Gomes</a:t>
            </a:r>
            <a:br/>
            <a:r>
              <a:t>ZeroWaste Connect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615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